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ZYUMEacQuDMsQYH5hW8re1hDV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https://course-gen-prod.4gd.ai/pes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55280" y="274320"/>
            <a:ext cx="9144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FF8300"/>
                </a:solidFill>
                <a:latin typeface="Calibri"/>
                <a:ea typeface="Calibri"/>
                <a:cs typeface="Calibri"/>
                <a:sym typeface="Calibri"/>
              </a:rPr>
              <a:t>Experiential Learning : unit 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4;p1"/>
          <p:cNvCxnSpPr/>
          <p:nvPr/>
        </p:nvCxnSpPr>
        <p:spPr>
          <a:xfrm>
            <a:off x="914400" y="1371600"/>
            <a:ext cx="3657600" cy="0"/>
          </a:xfrm>
          <a:prstGeom prst="straightConnector1">
            <a:avLst/>
          </a:prstGeom>
          <a:noFill/>
          <a:ln w="2540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" name="Google Shape;15;p1"/>
          <p:cNvSpPr/>
          <p:nvPr/>
        </p:nvSpPr>
        <p:spPr>
          <a:xfrm>
            <a:off x="914400" y="1463040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5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Round Robin Scheduling</a:t>
            </a:r>
            <a:endParaRPr/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25"/>
              <a:buFont typeface="Calibri"/>
              <a:buNone/>
            </a:pPr>
            <a:endParaRPr sz="162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914400" y="32918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 (AI &amp; ML)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" name="Google Shape;17;p1"/>
          <p:cNvCxnSpPr/>
          <p:nvPr/>
        </p:nvCxnSpPr>
        <p:spPr>
          <a:xfrm>
            <a:off x="457200" y="4688129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1"/>
          <p:cNvSpPr/>
          <p:nvPr/>
        </p:nvSpPr>
        <p:spPr>
          <a:xfrm>
            <a:off x="457200" y="4925873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© Confidential Information of PES University. All Rights Reserved - 2026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772400" y="4925873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4400" y="2727785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 S Kumar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lang="en-US" sz="1400" b="0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endParaRPr sz="1400" b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65760" y="468519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65"/>
              </a:buClr>
              <a:buSzPts val="700"/>
              <a:buFont typeface="Arial"/>
              <a:buNone/>
            </a:pPr>
            <a:r>
              <a:rPr lang="en-US" sz="700" b="0" u="none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B.TECH » DEPARTMENT OF COMPUTER SCIENCE &amp; ENGINEERING (AI &amp; ML) » DATA STRUCTURES AND ITS APPLICATIONS » UE25CS252A » </a:t>
            </a:r>
            <a:r>
              <a:rPr lang="en-US" sz="700" b="1" u="none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UNIT 1</a:t>
            </a:r>
            <a:r>
              <a:rPr lang="en-US" sz="700" b="0" u="none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 » </a:t>
            </a:r>
            <a:r>
              <a:rPr lang="en-US" sz="700" b="1" u="none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LIST WITH HEADER NODE </a:t>
            </a:r>
            <a:r>
              <a:rPr lang="en-US" sz="700" b="0" u="none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» </a:t>
            </a:r>
            <a:r>
              <a:rPr lang="en-US" sz="700" b="1" u="none">
                <a:solidFill>
                  <a:srgbClr val="FF8300"/>
                </a:solidFill>
                <a:latin typeface="Arial"/>
                <a:ea typeface="Arial"/>
                <a:cs typeface="Arial"/>
                <a:sym typeface="Arial"/>
              </a:rPr>
              <a:t>CLASS 8/12</a:t>
            </a:r>
            <a:endParaRPr sz="700" b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457200" y="1828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8300"/>
                </a:solidFill>
                <a:latin typeface="Calibri"/>
                <a:ea typeface="Calibri"/>
                <a:cs typeface="Calibri"/>
                <a:sym typeface="Calibri"/>
              </a:rPr>
              <a:t>Experiential Learning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" name="Google Shape;28;p2"/>
          <p:cNvCxnSpPr/>
          <p:nvPr/>
        </p:nvCxnSpPr>
        <p:spPr>
          <a:xfrm>
            <a:off x="182880" y="731520"/>
            <a:ext cx="8778240" cy="0"/>
          </a:xfrm>
          <a:prstGeom prst="straightConnector1">
            <a:avLst/>
          </a:prstGeom>
          <a:noFill/>
          <a:ln w="1270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Google Shape;29;p2" descr="https://course-gen-prod.4gd.ai/pes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74320"/>
            <a:ext cx="73152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"/>
          <p:cNvSpPr/>
          <p:nvPr/>
        </p:nvSpPr>
        <p:spPr>
          <a:xfrm>
            <a:off x="457200" y="816429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Robin Scheduling</a:t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57200" y="1110343"/>
            <a:ext cx="8229600" cy="340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1 : Create a circular doubly linked list</a:t>
            </a:r>
            <a:endParaRPr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: Doubly linked list – both the header and the implementation</a:t>
            </a:r>
            <a:endParaRPr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: Make this doubly linked list Circular</a:t>
            </a:r>
            <a:endParaRPr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 :</a:t>
            </a:r>
            <a:endParaRPr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adding a node before the current position</a:t>
            </a:r>
            <a:endParaRPr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a node at the current position</a:t>
            </a:r>
            <a:endParaRPr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display routines suitably</a:t>
            </a:r>
            <a:endParaRPr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 a menu driven client code</a:t>
            </a:r>
            <a:endParaRPr/>
          </a:p>
          <a:p>
            <a:pPr marL="1257300" marR="0" lvl="2" indent="-2286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57300" marR="0" lvl="2" indent="-2286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" name="Google Shape;32;p2"/>
          <p:cNvCxnSpPr/>
          <p:nvPr/>
        </p:nvCxnSpPr>
        <p:spPr>
          <a:xfrm>
            <a:off x="457200" y="4688129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2"/>
          <p:cNvSpPr/>
          <p:nvPr/>
        </p:nvSpPr>
        <p:spPr>
          <a:xfrm>
            <a:off x="457200" y="4925873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© Confidential Information of PES University. All Rights Reserved - 2026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772400" y="4925873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12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468519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65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B.TECH » DEPARTMENT OF COMPUTER SCIENCE &amp; ENGINEERING (AI &amp; ML) » DATA STRUCTURES AND ITS APPLICATIONS » UE25CS252A » </a:t>
            </a:r>
            <a:r>
              <a:rPr lang="en-US" sz="700" b="1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UNIT 1</a:t>
            </a: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 » </a:t>
            </a:r>
            <a:r>
              <a:rPr lang="en-US" sz="700" b="1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LIST WITH HEADER NODE </a:t>
            </a: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» </a:t>
            </a:r>
            <a:r>
              <a:rPr lang="en-US" sz="700" b="1">
                <a:solidFill>
                  <a:srgbClr val="FF8300"/>
                </a:solidFill>
                <a:latin typeface="Arial"/>
                <a:ea typeface="Arial"/>
                <a:cs typeface="Arial"/>
                <a:sym typeface="Arial"/>
              </a:rPr>
              <a:t>CLASS 8/12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/>
          <p:nvPr/>
        </p:nvSpPr>
        <p:spPr>
          <a:xfrm>
            <a:off x="457200" y="1828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8300"/>
                </a:solidFill>
                <a:latin typeface="Calibri"/>
                <a:ea typeface="Calibri"/>
                <a:cs typeface="Calibri"/>
                <a:sym typeface="Calibri"/>
              </a:rPr>
              <a:t>Experiential Learning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3"/>
          <p:cNvCxnSpPr/>
          <p:nvPr/>
        </p:nvCxnSpPr>
        <p:spPr>
          <a:xfrm>
            <a:off x="182880" y="731520"/>
            <a:ext cx="8778240" cy="0"/>
          </a:xfrm>
          <a:prstGeom prst="straightConnector1">
            <a:avLst/>
          </a:prstGeom>
          <a:noFill/>
          <a:ln w="1270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3" name="Google Shape;43;p3" descr="https://course-gen-prod.4gd.ai/pes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74320"/>
            <a:ext cx="73152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/>
          <p:nvPr/>
        </p:nvSpPr>
        <p:spPr>
          <a:xfrm>
            <a:off x="457200" y="816429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Robin Scheduling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457200" y="1110343"/>
            <a:ext cx="8229600" cy="3405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2 : change the key field from int to a job</a:t>
            </a:r>
            <a:endParaRPr dirty="0"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: circular doubly linked list : header and implementation</a:t>
            </a:r>
            <a:endParaRPr dirty="0"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type called job 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interfaces for setting and displaying a job 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key field in the node structure to job 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Modify the client code suitably</a:t>
            </a:r>
            <a:endParaRPr dirty="0"/>
          </a:p>
          <a:p>
            <a:pPr marL="914400" marR="0" lvl="2" indent="0" algn="l" rtl="0">
              <a:spcBef>
                <a:spcPts val="70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57300" marR="0" lvl="2" indent="-2286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3"/>
          <p:cNvCxnSpPr/>
          <p:nvPr/>
        </p:nvCxnSpPr>
        <p:spPr>
          <a:xfrm>
            <a:off x="457200" y="4688129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" name="Google Shape;47;p3"/>
          <p:cNvSpPr/>
          <p:nvPr/>
        </p:nvSpPr>
        <p:spPr>
          <a:xfrm>
            <a:off x="457200" y="4925873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© Confidential Information of PES University. All Rights Reserved - 2026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7772400" y="4925873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12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65760" y="468519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65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B.TECH » DEPARTMENT OF COMPUTER SCIENCE &amp; ENGINEERING (AI &amp; ML) » DATA STRUCTURES AND ITS APPLICATIONS » UE25CS252A » </a:t>
            </a:r>
            <a:r>
              <a:rPr lang="en-US" sz="700" b="1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UNIT 1</a:t>
            </a: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 » </a:t>
            </a:r>
            <a:r>
              <a:rPr lang="en-US" sz="700" b="1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LIST WITH HEADER NODE </a:t>
            </a: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» </a:t>
            </a:r>
            <a:r>
              <a:rPr lang="en-US" sz="700" b="1">
                <a:solidFill>
                  <a:srgbClr val="FF8300"/>
                </a:solidFill>
                <a:latin typeface="Arial"/>
                <a:ea typeface="Arial"/>
                <a:cs typeface="Arial"/>
                <a:sym typeface="Arial"/>
              </a:rPr>
              <a:t>CLASS 8/12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/>
          <p:nvPr/>
        </p:nvSpPr>
        <p:spPr>
          <a:xfrm>
            <a:off x="457200" y="182880"/>
            <a:ext cx="7589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8300"/>
                </a:solidFill>
                <a:latin typeface="Calibri"/>
                <a:ea typeface="Calibri"/>
                <a:cs typeface="Calibri"/>
                <a:sym typeface="Calibri"/>
              </a:rPr>
              <a:t>Experiential Learning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4"/>
          <p:cNvCxnSpPr/>
          <p:nvPr/>
        </p:nvCxnSpPr>
        <p:spPr>
          <a:xfrm>
            <a:off x="182880" y="731520"/>
            <a:ext cx="8778240" cy="0"/>
          </a:xfrm>
          <a:prstGeom prst="straightConnector1">
            <a:avLst/>
          </a:prstGeom>
          <a:noFill/>
          <a:ln w="1270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7" name="Google Shape;57;p4" descr="https://course-gen-prod.4gd.ai/pes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74320"/>
            <a:ext cx="73152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457200" y="816429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Round Robin Scheduling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457200" y="1356250"/>
            <a:ext cx="8229600" cy="31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Task 3 : Implement scheduling</a:t>
            </a:r>
            <a:endParaRPr dirty="0"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: circular doubly linked list of jobs</a:t>
            </a:r>
            <a:endParaRPr dirty="0"/>
          </a:p>
          <a:p>
            <a:pPr marL="800100" marR="0" lvl="1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ToDo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job shall have time for completion and time allotted so far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client, support adding a job and processing a job 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processing a job, update the time allotted for the job by the time slice</a:t>
            </a:r>
            <a:endParaRPr dirty="0"/>
          </a:p>
          <a:p>
            <a:pPr marL="1257300" marR="0" lvl="2" indent="-34290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time allotted exceeds the time for completion, remove the job from the data structure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4"/>
          <p:cNvCxnSpPr/>
          <p:nvPr/>
        </p:nvCxnSpPr>
        <p:spPr>
          <a:xfrm>
            <a:off x="457200" y="4688129"/>
            <a:ext cx="8229600" cy="0"/>
          </a:xfrm>
          <a:prstGeom prst="straightConnector1">
            <a:avLst/>
          </a:prstGeom>
          <a:noFill/>
          <a:ln w="1905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" name="Google Shape;61;p4"/>
          <p:cNvSpPr/>
          <p:nvPr/>
        </p:nvSpPr>
        <p:spPr>
          <a:xfrm>
            <a:off x="457200" y="4925873"/>
            <a:ext cx="36576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00"/>
              <a:buFont typeface="Arial"/>
              <a:buNone/>
            </a:pPr>
            <a:r>
              <a:rPr lang="en-US" sz="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© Confidential Information of PES University. All Rights Reserved - 2026 </a:t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772400" y="4925873"/>
            <a:ext cx="91440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00"/>
              <a:buFont typeface="Arial"/>
              <a:buNone/>
            </a:pPr>
            <a:r>
              <a:rPr lang="en-US" sz="900" b="1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12 / 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365760" y="4685190"/>
            <a:ext cx="83210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B65"/>
              </a:buClr>
              <a:buSzPts val="700"/>
              <a:buFont typeface="Arial"/>
              <a:buNone/>
            </a:pP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B.TECH » DEPARTMENT OF COMPUTER SCIENCE &amp; ENGINEERING (AI &amp; ML) » DATA STRUCTURES AND ITS APPLICATIONS » UE25CS252A » </a:t>
            </a:r>
            <a:r>
              <a:rPr lang="en-US" sz="700" b="1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UNIT 1</a:t>
            </a: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 » </a:t>
            </a:r>
            <a:r>
              <a:rPr lang="en-US" sz="700" b="1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LIST WITH HEADER NODE </a:t>
            </a:r>
            <a:r>
              <a:rPr lang="en-US" sz="700">
                <a:solidFill>
                  <a:srgbClr val="1B2B65"/>
                </a:solidFill>
                <a:latin typeface="Arial"/>
                <a:ea typeface="Arial"/>
                <a:cs typeface="Arial"/>
                <a:sym typeface="Arial"/>
              </a:rPr>
              <a:t>» </a:t>
            </a:r>
            <a:r>
              <a:rPr lang="en-US" sz="700" b="1">
                <a:solidFill>
                  <a:srgbClr val="FF8300"/>
                </a:solidFill>
                <a:latin typeface="Arial"/>
                <a:ea typeface="Arial"/>
                <a:cs typeface="Arial"/>
                <a:sym typeface="Arial"/>
              </a:rPr>
              <a:t>CLASS 8/12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2468880" y="1828800"/>
            <a:ext cx="45720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300"/>
              </a:buClr>
              <a:buSzPts val="3500"/>
              <a:buFont typeface="Calibri"/>
              <a:buNone/>
            </a:pPr>
            <a:r>
              <a:rPr lang="en-US" sz="3500" b="1">
                <a:solidFill>
                  <a:srgbClr val="FF8300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3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2468880" y="2423160"/>
            <a:ext cx="4206240" cy="0"/>
          </a:xfrm>
          <a:prstGeom prst="straightConnector1">
            <a:avLst/>
          </a:prstGeom>
          <a:noFill/>
          <a:ln w="25400" cap="flat" cmpd="sng">
            <a:solidFill>
              <a:srgbClr val="FF83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" name="Google Shape;71;p5"/>
          <p:cNvSpPr/>
          <p:nvPr/>
        </p:nvSpPr>
        <p:spPr>
          <a:xfrm>
            <a:off x="2468880" y="26974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2468880" y="3017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Professor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468880" y="32918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 (AI &amp; ML)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468880" y="36576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Microsoft Office PowerPoint</Application>
  <PresentationFormat>On-screen Show (16:9)</PresentationFormat>
  <Paragraphs>54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Rachana H.K</cp:lastModifiedBy>
  <cp:revision>1</cp:revision>
  <dcterms:created xsi:type="dcterms:W3CDTF">2026-08-12T10:49:06Z</dcterms:created>
  <dcterms:modified xsi:type="dcterms:W3CDTF">2026-09-18T11:13:55Z</dcterms:modified>
</cp:coreProperties>
</file>